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内部门户试点实施计划 · 规划总览</a:t>
            </a:r>
          </a:p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一、 项目实施目标与覆盖范围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5775" y="548640"/>
            <a:ext cx="914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YaHei"/>
              </a:defRPr>
            </a:pPr>
            <a:r>
              <a:t>01 /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🎯 核心实施目标</a:t>
            </a:r>
          </a:p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减少重复录入，提升内部门户的数据录入流转效率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针对门户当前分散与繁琐的录入现状，重构基础数据交互通路，建立标准化、高效流转的试点基准。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34015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9443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01 · 试点核心模块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登录模块</a:t>
            </a:r>
          </a:p>
          <a:p>
            <a:pPr>
              <a:defRPr sz="1200" b="1">
                <a:solidFill>
                  <a:srgbClr val="334155"/>
                </a:solidFill>
                <a:latin typeface="Microsoft YaHei"/>
              </a:defRPr>
            </a:pPr>
            <a:r>
              <a:t>功能定位：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用户认证、身份校验及登录会话管理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建立安全稳定的统一鉴权通道，实现标准化身份核验与会话生命周期管理，保障访问安全。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154680"/>
            <a:ext cx="34015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383280"/>
            <a:ext cx="29443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02 · 试点核心模块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权限模块</a:t>
            </a:r>
          </a:p>
          <a:p>
            <a:pPr>
              <a:defRPr sz="1200" b="1">
                <a:solidFill>
                  <a:srgbClr val="334155"/>
                </a:solidFill>
                <a:latin typeface="Microsoft YaHei"/>
              </a:defRPr>
            </a:pPr>
            <a:r>
              <a:t>功能定位：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用户角色分配、操作权限与资源访问控制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构建细粒度权限控制机制，支持灵活的用户角色映射与资源级访问鉴权，实现职责隔离。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54680"/>
            <a:ext cx="34015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383280"/>
            <a:ext cx="29443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03 · 试点核心模块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报表导出</a:t>
            </a:r>
          </a:p>
          <a:p>
            <a:pPr>
              <a:defRPr sz="1200" b="1">
                <a:solidFill>
                  <a:srgbClr val="334155"/>
                </a:solidFill>
                <a:latin typeface="Microsoft YaHei"/>
              </a:defRPr>
            </a:pPr>
            <a:r>
              <a:t>功能定位：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业务数据报表生成与结构化文件导出功能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提供业务数据统计与表格生成引擎，支持规范化、结构化数据快速导出与可靠交付。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内部门户试点实施计划 · 资源与排期</a:t>
            </a:r>
          </a:p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二、 实施周期与预算规划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5775" y="548640"/>
            <a:ext cx="914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YaHei"/>
              </a:defRPr>
            </a:pPr>
            <a:r>
              <a:t>02 /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01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4436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Microsoft YaHei"/>
              </a:defRPr>
            </a:pPr>
            <a:r>
              <a:t>实施周期</a:t>
            </a:r>
          </a:p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  <a:latin typeface="Microsoft YaHei"/>
              </a:defRPr>
            </a:pPr>
            <a:r>
              <a:t>四周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4 Weeks ｜ 涵盖需求排查、研发、联调及全面测试阶段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01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4436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Microsoft YaHei"/>
              </a:defRPr>
            </a:pPr>
            <a:r>
              <a:t>实施预算</a:t>
            </a:r>
          </a:p>
          <a:p>
            <a:pPr>
              <a:spcAft>
                <a:spcPts val="400"/>
              </a:spcAft>
              <a:defRPr sz="2200" b="1">
                <a:solidFill>
                  <a:srgbClr val="059669"/>
                </a:solidFill>
                <a:latin typeface="Microsoft YaHei"/>
              </a:defRPr>
            </a:pPr>
            <a:r>
              <a:t>30,000 元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¥30,000 ｜ 严格控制在预算范围内，确保成本精准核算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015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4436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Microsoft YaHei"/>
              </a:defRPr>
            </a:pPr>
            <a:r>
              <a:t>项目参与者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2 人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开发员B · 测试员A ｜ 双人敏捷协作组（注：方案未指定项目负责人）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0728655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1018001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📅 实施周期推进节奏与阶段交付（共计 4 周）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第 1 周【需求对齐与接口排查】：重点排查旧接口字段与协议契约，完成基础框架搭建与登录模块原型。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第 2 周【核心业务模块开发】：完成登录会话、角色权限分配及报表结构化导出功能的编码实现。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第 3 周【多模块集成与联调】：打通前后端通信与第三方依赖接口，组织开发内部冒烟测试与联调。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第 4 周【综合测试与清零验收】：测试员A开展全功能轮次测试，聚焦阻塞缺陷清零与报表导出校验，完成交付。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内部门户试点实施计划 · 质量与管控</a:t>
            </a:r>
          </a:p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三、 交付验收标准与风险管控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5775" y="548640"/>
            <a:ext cx="914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YaHei"/>
              </a:defRPr>
            </a:pPr>
            <a:r>
              <a:t>03 /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30368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81728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✅ 核心验收标准（严格交付准则）</a:t>
            </a:r>
          </a:p>
          <a:p>
            <a:pPr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标准一：缺陷控制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▶ 阻塞缺陷清零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系统中不得存在任何阻断流程的严重/阻塞级 Bug。全流程主链路畅通无阻，确保上线后业务流转零阻塞。</a:t>
            </a:r>
          </a:p>
          <a:p>
            <a:pPr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标准二：功能可用性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▶ 导出结果可读取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导出的报表文件完整且能够正常被打开解析。报表文件无损坏、格式合规、业务数据字段完备准确。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645920"/>
            <a:ext cx="5230368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920240"/>
            <a:ext cx="4681728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D97706"/>
                </a:solidFill>
                <a:latin typeface="Microsoft YaHei"/>
              </a:defRPr>
            </a:pPr>
            <a:r>
              <a:t>⚠️ 实施风险预警与待确认事项</a:t>
            </a:r>
          </a:p>
          <a:p>
            <a:pPr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实施风险提示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● 接口风险：旧接口文档不完整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现状影响：文档缺失可能导致联调与数据对接存在阻碍，增加沟通返工成本。</a:t>
            </a:r>
            <a:br/>
            <a:r>
              <a:t>应对措施：需在开发初期（第1周）重点排查旧接口字段定义与通信契约，尽早暴露差异。</a:t>
            </a:r>
          </a:p>
          <a:p>
            <a:pPr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待确认管控事项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● 发布管控：生产发布负责人未指定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现状影响：方案当前未指定生产发布负责人，可能导致上线节点权责不明或审批延迟。</a:t>
            </a:r>
            <a:br/>
            <a:r>
              <a:t>应对措施：需在正式上线投产前明确具体负责人选及生产发布授权，打通发布审批链路。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